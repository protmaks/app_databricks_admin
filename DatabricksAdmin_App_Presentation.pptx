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JPBgGe9hDrpDc0tQJncw6JvE5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d3d4a311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cd3d4a311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d3d4a3113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d3d4a3113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cd3d4a3113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cd3d4a3113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d3d4a3113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cd3d4a3113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d3d4a3113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d3d4a3113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cd3d4a3113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cd3d4a3113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d3d4a3113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cd3d4a3113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cd3d4a3113_0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d3d4a31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cd3d4a31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cd3d4a311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8" y="3968475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676356" y="4460310"/>
            <a:ext cx="153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Alexey Dmitriev</a:t>
            </a:r>
            <a:endParaRPr sz="18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7403" y="3578327"/>
            <a:ext cx="153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T1A Hackathon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581160" y="3608051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2026-03-05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401" y="1173948"/>
            <a:ext cx="6925199" cy="14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title="team1__2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2725" y="3198223"/>
            <a:ext cx="3511200" cy="19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5098732" y="414826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Maksim Pachkovskiy</a:t>
            </a:r>
            <a:endParaRPr sz="18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single Streamlit dashboard deployed as a Databricks App that unifies cost monitoring, cluster management, and job auditing — accessible to everyone.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2011680"/>
            <a:ext cx="2560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371600" y="2194560"/>
            <a:ext cx="640080" cy="640080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328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Databricks App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85800" y="333756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Not just a dashboard — runs inside Databricks with full API access for real-time data and actions.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291840" y="2011680"/>
            <a:ext cx="2560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206240" y="2194560"/>
            <a:ext cx="640080" cy="640080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5968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3520440" y="29718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One-Click Actions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520440" y="333756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Start/stop clusters, edit auto-termination, run/stop jobs — directly from the UI, no Databricks navigation.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126480" y="2011680"/>
            <a:ext cx="25603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040880" y="2194560"/>
            <a:ext cx="640080" cy="640080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0608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6355080" y="29718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Built for Everyone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355080" y="333756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Minimalistic UI that any business user, admin, or CEO can understand and act on immediately.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Databricks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8725" y="3185075"/>
            <a:ext cx="39318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8725" y="3185075"/>
            <a:ext cx="63900" cy="1508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210245" y="336795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Act, not just monitor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53045" y="3825155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Restart jobs, clusters or perform many other actions at the same time you see a problem.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923900" y="1409165"/>
            <a:ext cx="39318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923900" y="1409165"/>
            <a:ext cx="63900" cy="1508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655425" y="1592050"/>
            <a:ext cx="301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lang="en-US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Abstraction Layer Over Changing UI</a:t>
            </a:r>
            <a:endParaRPr b="1" sz="1600">
              <a:solidFill>
                <a:srgbClr val="1E293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198220" y="2049245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Databricks UI changes frequently. Our app provides a stable, simplified interface that doesn't break when Databricks updates.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8725" y="1409163"/>
            <a:ext cx="39318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78725" y="1409163"/>
            <a:ext cx="63900" cy="1508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1210245" y="1592043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More diverse functionality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53045" y="2049243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 not be limited to the data stored in databricks tables. Use many tools such as Databricks API to create more comprehensive dashboards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480" y="3445709"/>
            <a:ext cx="25603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655" y="1637696"/>
            <a:ext cx="256032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430" y="166977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4924025" y="3185075"/>
            <a:ext cx="39318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924025" y="3185075"/>
            <a:ext cx="63900" cy="1508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5655545" y="336795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Quick installation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198095" y="3733655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Quick installation from Marketplace or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3780" y="3445709"/>
            <a:ext cx="25603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3d4a3113_0_18"/>
          <p:cNvSpPr/>
          <p:nvPr/>
        </p:nvSpPr>
        <p:spPr>
          <a:xfrm>
            <a:off x="5786450" y="628150"/>
            <a:ext cx="3357600" cy="450390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d3d4a3113_0_1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cd3d4a3113_0_18"/>
          <p:cNvSpPr/>
          <p:nvPr/>
        </p:nvSpPr>
        <p:spPr>
          <a:xfrm>
            <a:off x="640075" y="54875"/>
            <a:ext cx="78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page1 - Active Compute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cd3d4a3113_0_18"/>
          <p:cNvSpPr/>
          <p:nvPr/>
        </p:nvSpPr>
        <p:spPr>
          <a:xfrm>
            <a:off x="5914822" y="1968242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All-purpose Compute, SQL Warehouses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cd3d4a3113_0_18"/>
          <p:cNvSpPr/>
          <p:nvPr/>
        </p:nvSpPr>
        <p:spPr>
          <a:xfrm>
            <a:off x="6326306" y="2352292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Check and edit </a:t>
            </a:r>
            <a:r>
              <a:rPr b="1"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auto-termination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d3d4a3113_0_18"/>
          <p:cNvSpPr/>
          <p:nvPr/>
        </p:nvSpPr>
        <p:spPr>
          <a:xfrm>
            <a:off x="6340250" y="1074300"/>
            <a:ext cx="22806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Monitoring active computes online in one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cd3d4a3113_0_18"/>
          <p:cNvSpPr/>
          <p:nvPr/>
        </p:nvSpPr>
        <p:spPr>
          <a:xfrm>
            <a:off x="6326306" y="2646196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Uptime and status 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cd3d4a3113_0_18"/>
          <p:cNvSpPr/>
          <p:nvPr/>
        </p:nvSpPr>
        <p:spPr>
          <a:xfrm>
            <a:off x="0" y="582561"/>
            <a:ext cx="9144000" cy="45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g3cd3d4a3113_0_18" title="Screenshot 2026-03-05 at 16.03.31.png"/>
          <p:cNvPicPr preferRelativeResize="0"/>
          <p:nvPr/>
        </p:nvPicPr>
        <p:blipFill rotWithShape="1">
          <a:blip r:embed="rId3">
            <a:alphaModFix/>
          </a:blip>
          <a:srcRect b="0" l="0" r="0" t="37016"/>
          <a:stretch/>
        </p:blipFill>
        <p:spPr>
          <a:xfrm>
            <a:off x="186950" y="2040727"/>
            <a:ext cx="5444551" cy="12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cd3d4a3113_0_18" title="Screenshot 2026-03-05 at 16.03.43.png"/>
          <p:cNvPicPr preferRelativeResize="0"/>
          <p:nvPr/>
        </p:nvPicPr>
        <p:blipFill rotWithShape="1">
          <a:blip r:embed="rId4">
            <a:alphaModFix/>
          </a:blip>
          <a:srcRect b="0" l="0" r="0" t="26210"/>
          <a:stretch/>
        </p:blipFill>
        <p:spPr>
          <a:xfrm>
            <a:off x="186950" y="3563902"/>
            <a:ext cx="5444550" cy="1360875"/>
          </a:xfrm>
          <a:prstGeom prst="rect">
            <a:avLst/>
          </a:prstGeom>
          <a:solidFill>
            <a:srgbClr val="143565"/>
          </a:solidFill>
          <a:ln>
            <a:noFill/>
          </a:ln>
        </p:spPr>
      </p:pic>
      <p:sp>
        <p:nvSpPr>
          <p:cNvPr id="91" name="Google Shape;91;g3cd3d4a3113_0_18"/>
          <p:cNvSpPr/>
          <p:nvPr/>
        </p:nvSpPr>
        <p:spPr>
          <a:xfrm>
            <a:off x="5914946" y="3544260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Jobs Compute, </a:t>
            </a: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Apps, Lakebase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cd3d4a3113_0_18"/>
          <p:cNvSpPr/>
          <p:nvPr/>
        </p:nvSpPr>
        <p:spPr>
          <a:xfrm>
            <a:off x="6326430" y="3886830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Fills real gaps in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cd3d4a3113_0_18"/>
          <p:cNvSpPr/>
          <p:nvPr/>
        </p:nvSpPr>
        <p:spPr>
          <a:xfrm>
            <a:off x="6340256" y="4240137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Start/stop inline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cd3d4a3113_0_18"/>
          <p:cNvSpPr/>
          <p:nvPr/>
        </p:nvSpPr>
        <p:spPr>
          <a:xfrm>
            <a:off x="6326369" y="2975517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Start/stop inline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cd3d4a3113_0_18"/>
          <p:cNvSpPr/>
          <p:nvPr/>
        </p:nvSpPr>
        <p:spPr>
          <a:xfrm>
            <a:off x="6340250" y="756925"/>
            <a:ext cx="273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Make decisions quickly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cd3d4a3113_0_18" title="Screenshot 2026-03-05 at 16.03.31.png"/>
          <p:cNvPicPr preferRelativeResize="0"/>
          <p:nvPr/>
        </p:nvPicPr>
        <p:blipFill rotWithShape="1">
          <a:blip r:embed="rId3">
            <a:alphaModFix/>
          </a:blip>
          <a:srcRect b="64912" l="0" r="56839" t="9189"/>
          <a:stretch/>
        </p:blipFill>
        <p:spPr>
          <a:xfrm>
            <a:off x="186950" y="722352"/>
            <a:ext cx="4679700" cy="10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cd3d4a3113_0_18"/>
          <p:cNvSpPr/>
          <p:nvPr/>
        </p:nvSpPr>
        <p:spPr>
          <a:xfrm>
            <a:off x="5928781" y="4595683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 native auto-stop in Apps</a:t>
            </a:r>
            <a:endParaRPr b="0" i="0" sz="1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cd3d4a3113_0_18"/>
          <p:cNvSpPr/>
          <p:nvPr/>
        </p:nvSpPr>
        <p:spPr>
          <a:xfrm>
            <a:off x="5949225" y="800400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8784" y="77974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cd3d4a3113_0_18"/>
          <p:cNvSpPr/>
          <p:nvPr/>
        </p:nvSpPr>
        <p:spPr>
          <a:xfrm>
            <a:off x="5955888" y="1177125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5446" y="1156471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cd3d4a3113_0_18"/>
          <p:cNvSpPr/>
          <p:nvPr/>
        </p:nvSpPr>
        <p:spPr>
          <a:xfrm>
            <a:off x="5949225" y="2395775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8784" y="2375121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cd3d4a3113_0_18"/>
          <p:cNvSpPr/>
          <p:nvPr/>
        </p:nvSpPr>
        <p:spPr>
          <a:xfrm>
            <a:off x="5955888" y="270836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5446" y="2687709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cd3d4a3113_0_18"/>
          <p:cNvSpPr/>
          <p:nvPr/>
        </p:nvSpPr>
        <p:spPr>
          <a:xfrm>
            <a:off x="5962563" y="3020950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2121" y="300029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cd3d4a3113_0_18"/>
          <p:cNvSpPr/>
          <p:nvPr/>
        </p:nvSpPr>
        <p:spPr>
          <a:xfrm>
            <a:off x="5949225" y="3944125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8784" y="3923471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cd3d4a3113_0_18"/>
          <p:cNvSpPr/>
          <p:nvPr/>
        </p:nvSpPr>
        <p:spPr>
          <a:xfrm>
            <a:off x="5969238" y="4280225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g3cd3d4a3113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8796" y="4259571"/>
            <a:ext cx="283464" cy="28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d3d4a3113_0_63"/>
          <p:cNvSpPr/>
          <p:nvPr/>
        </p:nvSpPr>
        <p:spPr>
          <a:xfrm>
            <a:off x="5786450" y="628150"/>
            <a:ext cx="3357600" cy="450390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d3d4a3113_0_6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cd3d4a3113_0_63"/>
          <p:cNvSpPr/>
          <p:nvPr/>
        </p:nvSpPr>
        <p:spPr>
          <a:xfrm>
            <a:off x="640075" y="54875"/>
            <a:ext cx="78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page2,3 - All-purpose Daily runs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cd3d4a3113_0_63"/>
          <p:cNvSpPr/>
          <p:nvPr/>
        </p:nvSpPr>
        <p:spPr>
          <a:xfrm>
            <a:off x="0" y="582561"/>
            <a:ext cx="9144000" cy="45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d3d4a3113_0_63"/>
          <p:cNvSpPr/>
          <p:nvPr/>
        </p:nvSpPr>
        <p:spPr>
          <a:xfrm>
            <a:off x="6340250" y="759810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Cluster state transitions for any day</a:t>
            </a:r>
            <a:endParaRPr b="1" i="0" sz="17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g3cd3d4a3113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225" y="3105953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cd3d4a3113_0_63"/>
          <p:cNvSpPr/>
          <p:nvPr/>
        </p:nvSpPr>
        <p:spPr>
          <a:xfrm>
            <a:off x="5935446" y="2700947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Plans: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cd3d4a3113_0_63"/>
          <p:cNvSpPr/>
          <p:nvPr/>
        </p:nvSpPr>
        <p:spPr>
          <a:xfrm>
            <a:off x="6261075" y="3069425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Team-level filtering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cd3d4a3113_0_63"/>
          <p:cNvSpPr/>
          <p:nvPr/>
        </p:nvSpPr>
        <p:spPr>
          <a:xfrm>
            <a:off x="5949225" y="89027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g3cd3d4a3113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446" y="881921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cd3d4a3113_0_63"/>
          <p:cNvSpPr/>
          <p:nvPr/>
        </p:nvSpPr>
        <p:spPr>
          <a:xfrm>
            <a:off x="6346988" y="1298322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Stacked bar chart of daily runtime — click any day to drill down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cd3d4a3113_0_63"/>
          <p:cNvSpPr/>
          <p:nvPr/>
        </p:nvSpPr>
        <p:spPr>
          <a:xfrm>
            <a:off x="5963013" y="143402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g3cd3d4a3113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521" y="142195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cd3d4a3113_0_63"/>
          <p:cNvSpPr/>
          <p:nvPr/>
        </p:nvSpPr>
        <p:spPr>
          <a:xfrm>
            <a:off x="5949225" y="1998110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g3cd3d4a3113_0_63" title="Screenshot 2026-03-05 at 16.37.2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200" y="2694125"/>
            <a:ext cx="4820899" cy="2355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2" name="Google Shape;132;g3cd3d4a3113_0_63" title="Screenshot 2026-03-05 at 16.24.4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75" y="690676"/>
            <a:ext cx="4931198" cy="22980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preencoded.png" id="133" name="Google Shape;133;g3cd3d4a3113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325" y="3579690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cd3d4a3113_0_63"/>
          <p:cNvSpPr/>
          <p:nvPr/>
        </p:nvSpPr>
        <p:spPr>
          <a:xfrm>
            <a:off x="6261175" y="3543162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Analysis of other user activity on the cluster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cd3d4a3113_0_63"/>
          <p:cNvSpPr/>
          <p:nvPr/>
        </p:nvSpPr>
        <p:spPr>
          <a:xfrm>
            <a:off x="6346975" y="1871822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Detailed cluster analysis for the day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g3cd3d4a3113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509" y="1995458"/>
            <a:ext cx="283464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g3cd3d4a3113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925" y="4125965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cd3d4a3113_0_63"/>
          <p:cNvSpPr/>
          <p:nvPr/>
        </p:nvSpPr>
        <p:spPr>
          <a:xfrm>
            <a:off x="6261075" y="4003037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Notifications in Tims, Slack to the cluster owner</a:t>
            </a:r>
            <a:endParaRPr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d3d4a3113_0_166"/>
          <p:cNvSpPr/>
          <p:nvPr/>
        </p:nvSpPr>
        <p:spPr>
          <a:xfrm>
            <a:off x="5786450" y="628150"/>
            <a:ext cx="3357600" cy="450390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d3d4a3113_0_16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d3d4a3113_0_166"/>
          <p:cNvSpPr/>
          <p:nvPr/>
        </p:nvSpPr>
        <p:spPr>
          <a:xfrm>
            <a:off x="640075" y="54875"/>
            <a:ext cx="78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page4 - Jobs - Settings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cd3d4a3113_0_166"/>
          <p:cNvSpPr/>
          <p:nvPr/>
        </p:nvSpPr>
        <p:spPr>
          <a:xfrm>
            <a:off x="0" y="582561"/>
            <a:ext cx="9144000" cy="45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d3d4a3113_0_166"/>
          <p:cNvSpPr/>
          <p:nvPr/>
        </p:nvSpPr>
        <p:spPr>
          <a:xfrm>
            <a:off x="5928896" y="740115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Mass checking of all jobs at once: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d3d4a3113_0_166"/>
          <p:cNvSpPr/>
          <p:nvPr/>
        </p:nvSpPr>
        <p:spPr>
          <a:xfrm>
            <a:off x="6360025" y="1009218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Cluster type and size</a:t>
            </a:r>
            <a:endParaRPr b="1" i="0" sz="17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g3cd3d4a3113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8900" y="3869678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cd3d4a3113_0_166"/>
          <p:cNvSpPr/>
          <p:nvPr/>
        </p:nvSpPr>
        <p:spPr>
          <a:xfrm>
            <a:off x="5928896" y="3530860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Plans: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cd3d4a3113_0_166"/>
          <p:cNvSpPr/>
          <p:nvPr/>
        </p:nvSpPr>
        <p:spPr>
          <a:xfrm>
            <a:off x="6240748" y="3833150"/>
            <a:ext cx="292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Team-level filtering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d3d4a3113_0_166"/>
          <p:cNvSpPr/>
          <p:nvPr/>
        </p:nvSpPr>
        <p:spPr>
          <a:xfrm>
            <a:off x="5963625" y="1156738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g3cd3d4a3113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5221" y="1131329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cd3d4a3113_0_166"/>
          <p:cNvSpPr/>
          <p:nvPr/>
        </p:nvSpPr>
        <p:spPr>
          <a:xfrm>
            <a:off x="6360700" y="1406135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Runtime version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cd3d4a3113_0_166"/>
          <p:cNvSpPr/>
          <p:nvPr/>
        </p:nvSpPr>
        <p:spPr>
          <a:xfrm>
            <a:off x="5963013" y="153482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g3cd3d4a3113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9234" y="1529771"/>
            <a:ext cx="283464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cd3d4a3113_0_166" title="Screenshot 2026-03-05 at 16.40.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868375"/>
            <a:ext cx="5532500" cy="17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cd3d4a3113_0_166" title="Screenshot 2026-03-05 at 17.00.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903900"/>
            <a:ext cx="5532499" cy="190841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cd3d4a3113_0_166"/>
          <p:cNvSpPr/>
          <p:nvPr/>
        </p:nvSpPr>
        <p:spPr>
          <a:xfrm>
            <a:off x="6340425" y="1784935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Scheduled installation status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cd3d4a3113_0_166"/>
          <p:cNvSpPr/>
          <p:nvPr/>
        </p:nvSpPr>
        <p:spPr>
          <a:xfrm>
            <a:off x="5963013" y="1920348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g3cd3d4a3113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6612" y="1908571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cd3d4a3113_0_166"/>
          <p:cNvSpPr/>
          <p:nvPr/>
        </p:nvSpPr>
        <p:spPr>
          <a:xfrm>
            <a:off x="6340378" y="2178568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d3d4a3113_0_166"/>
          <p:cNvSpPr/>
          <p:nvPr/>
        </p:nvSpPr>
        <p:spPr>
          <a:xfrm>
            <a:off x="5977300" y="2320910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g3cd3d4a3113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6565" y="230220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cd3d4a3113_0_166"/>
          <p:cNvSpPr/>
          <p:nvPr/>
        </p:nvSpPr>
        <p:spPr>
          <a:xfrm>
            <a:off x="6346838" y="2582032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cd3d4a3113_0_166"/>
          <p:cNvSpPr/>
          <p:nvPr/>
        </p:nvSpPr>
        <p:spPr>
          <a:xfrm>
            <a:off x="5977313" y="2732160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g3cd3d4a3113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3025" y="2719495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cd3d4a3113_0_166"/>
          <p:cNvSpPr/>
          <p:nvPr/>
        </p:nvSpPr>
        <p:spPr>
          <a:xfrm>
            <a:off x="6347340" y="2981552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Access to the job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cd3d4a3113_0_166"/>
          <p:cNvSpPr/>
          <p:nvPr/>
        </p:nvSpPr>
        <p:spPr>
          <a:xfrm>
            <a:off x="5977325" y="312957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g3cd3d4a3113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3527" y="3119015"/>
            <a:ext cx="283464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g3cd3d4a3113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8900" y="4243978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cd3d4a3113_0_166"/>
          <p:cNvSpPr/>
          <p:nvPr/>
        </p:nvSpPr>
        <p:spPr>
          <a:xfrm>
            <a:off x="6240748" y="4207450"/>
            <a:ext cx="292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Checking the path to the Notebook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g3cd3d4a3113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0100" y="4662778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cd3d4a3113_0_166"/>
          <p:cNvSpPr/>
          <p:nvPr/>
        </p:nvSpPr>
        <p:spPr>
          <a:xfrm>
            <a:off x="6241950" y="4626250"/>
            <a:ext cx="280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Error notifications in Teams, Slack to the job owner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d3d4a3113_0_187"/>
          <p:cNvSpPr/>
          <p:nvPr/>
        </p:nvSpPr>
        <p:spPr>
          <a:xfrm>
            <a:off x="5786450" y="628150"/>
            <a:ext cx="3357600" cy="450390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d3d4a3113_0_18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cd3d4a3113_0_187"/>
          <p:cNvSpPr/>
          <p:nvPr/>
        </p:nvSpPr>
        <p:spPr>
          <a:xfrm>
            <a:off x="20275" y="54875"/>
            <a:ext cx="9144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page5,6 - Jobs - Run </a:t>
            </a: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history</a:t>
            </a: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daily/hourly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cd3d4a3113_0_187"/>
          <p:cNvSpPr/>
          <p:nvPr/>
        </p:nvSpPr>
        <p:spPr>
          <a:xfrm>
            <a:off x="0" y="582561"/>
            <a:ext cx="9144000" cy="45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d3d4a3113_0_187"/>
          <p:cNvSpPr/>
          <p:nvPr/>
        </p:nvSpPr>
        <p:spPr>
          <a:xfrm>
            <a:off x="6340250" y="759810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Daily Monitoring Jobs</a:t>
            </a:r>
            <a:endParaRPr b="1" i="0" sz="17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cd3d4a3113_0_187"/>
          <p:cNvSpPr/>
          <p:nvPr/>
        </p:nvSpPr>
        <p:spPr>
          <a:xfrm>
            <a:off x="5949225" y="89027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g3cd3d4a3113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5446" y="881921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cd3d4a3113_0_187"/>
          <p:cNvSpPr/>
          <p:nvPr/>
        </p:nvSpPr>
        <p:spPr>
          <a:xfrm>
            <a:off x="6360700" y="1279942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Run/stop many jobs in one window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cd3d4a3113_0_187"/>
          <p:cNvSpPr/>
          <p:nvPr/>
        </p:nvSpPr>
        <p:spPr>
          <a:xfrm>
            <a:off x="5963013" y="1429657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g3cd3d4a3113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9234" y="1403579"/>
            <a:ext cx="283464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cd3d4a3113_0_187" title="Screenshot 2026-03-05 at 16.41.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59800"/>
            <a:ext cx="5475149" cy="120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cd3d4a3113_0_187" title="Screenshot 2026-03-05 at 16.42.3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50" y="2253061"/>
            <a:ext cx="5481650" cy="264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cd3d4a3113_0_187"/>
          <p:cNvSpPr/>
          <p:nvPr/>
        </p:nvSpPr>
        <p:spPr>
          <a:xfrm>
            <a:off x="6340263" y="2197747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Parallel Run Monitoring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cd3d4a3113_0_187"/>
          <p:cNvSpPr/>
          <p:nvPr/>
        </p:nvSpPr>
        <p:spPr>
          <a:xfrm>
            <a:off x="5949213" y="234897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g3cd3d4a3113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8796" y="2321383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cd3d4a3113_0_187"/>
          <p:cNvSpPr/>
          <p:nvPr/>
        </p:nvSpPr>
        <p:spPr>
          <a:xfrm>
            <a:off x="6340263" y="2737306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Hourly monitoring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cd3d4a3113_0_187"/>
          <p:cNvSpPr/>
          <p:nvPr/>
        </p:nvSpPr>
        <p:spPr>
          <a:xfrm>
            <a:off x="5928788" y="287472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g3cd3d4a3113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8796" y="286094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cd3d4a3113_0_187"/>
          <p:cNvSpPr/>
          <p:nvPr/>
        </p:nvSpPr>
        <p:spPr>
          <a:xfrm>
            <a:off x="6340263" y="3276847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Easy to make decisions for time allocation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cd3d4a3113_0_187"/>
          <p:cNvSpPr/>
          <p:nvPr/>
        </p:nvSpPr>
        <p:spPr>
          <a:xfrm>
            <a:off x="5942563" y="3414260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g3cd3d4a3113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8796" y="3400483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cd3d4a3113_0_187"/>
          <p:cNvSpPr/>
          <p:nvPr/>
        </p:nvSpPr>
        <p:spPr>
          <a:xfrm>
            <a:off x="5928796" y="4052360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Plans: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g3cd3d4a3113_0_1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8800" y="4516078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cd3d4a3113_0_187"/>
          <p:cNvSpPr/>
          <p:nvPr/>
        </p:nvSpPr>
        <p:spPr>
          <a:xfrm>
            <a:off x="6240646" y="4479550"/>
            <a:ext cx="5163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Team-level filtering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d3d4a3113_0_208"/>
          <p:cNvSpPr/>
          <p:nvPr/>
        </p:nvSpPr>
        <p:spPr>
          <a:xfrm>
            <a:off x="5786450" y="628150"/>
            <a:ext cx="3357600" cy="450390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cd3d4a3113_0_20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d3d4a3113_0_208"/>
          <p:cNvSpPr/>
          <p:nvPr/>
        </p:nvSpPr>
        <p:spPr>
          <a:xfrm>
            <a:off x="640075" y="54875"/>
            <a:ext cx="786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page7 - Jobs - Run history hourly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cd3d4a3113_0_208"/>
          <p:cNvSpPr/>
          <p:nvPr/>
        </p:nvSpPr>
        <p:spPr>
          <a:xfrm>
            <a:off x="0" y="582561"/>
            <a:ext cx="9144000" cy="45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d3d4a3113_0_208"/>
          <p:cNvSpPr/>
          <p:nvPr/>
        </p:nvSpPr>
        <p:spPr>
          <a:xfrm>
            <a:off x="6350725" y="1033685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Monitoring common errors</a:t>
            </a:r>
            <a:endParaRPr b="1" i="0" sz="17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g3cd3d4a3113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775" y="3605303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cd3d4a3113_0_208"/>
          <p:cNvSpPr/>
          <p:nvPr/>
        </p:nvSpPr>
        <p:spPr>
          <a:xfrm>
            <a:off x="5914696" y="2802260"/>
            <a:ext cx="321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Plans: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cd3d4a3113_0_208"/>
          <p:cNvSpPr/>
          <p:nvPr/>
        </p:nvSpPr>
        <p:spPr>
          <a:xfrm>
            <a:off x="6233621" y="3568775"/>
            <a:ext cx="5163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Explaining errors with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cd3d4a3113_0_208"/>
          <p:cNvSpPr/>
          <p:nvPr/>
        </p:nvSpPr>
        <p:spPr>
          <a:xfrm>
            <a:off x="5949225" y="1166805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g3cd3d4a3113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5921" y="115579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cd3d4a3113_0_208"/>
          <p:cNvSpPr/>
          <p:nvPr/>
        </p:nvSpPr>
        <p:spPr>
          <a:xfrm>
            <a:off x="6360700" y="1535735"/>
            <a:ext cx="2803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Active links to jobs</a:t>
            </a:r>
            <a:endParaRPr b="1" i="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cd3d4a3113_0_208"/>
          <p:cNvSpPr/>
          <p:nvPr/>
        </p:nvSpPr>
        <p:spPr>
          <a:xfrm>
            <a:off x="5963013" y="1671623"/>
            <a:ext cx="255900" cy="255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g3cd3d4a3113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9234" y="1659371"/>
            <a:ext cx="283464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g3cd3d4a3113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4700" y="4027303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cd3d4a3113_0_208"/>
          <p:cNvSpPr/>
          <p:nvPr/>
        </p:nvSpPr>
        <p:spPr>
          <a:xfrm>
            <a:off x="6226546" y="3990775"/>
            <a:ext cx="5163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Team-level filtering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g3cd3d4a3113_0_208" title="Screenshot 2026-03-05 at 16.55.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00" y="1075711"/>
            <a:ext cx="5481652" cy="3454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g3cd3d4a3113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4700" y="3183290"/>
            <a:ext cx="256025" cy="25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cd3d4a3113_0_208"/>
          <p:cNvSpPr/>
          <p:nvPr/>
        </p:nvSpPr>
        <p:spPr>
          <a:xfrm>
            <a:off x="6226546" y="3146763"/>
            <a:ext cx="5163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More statistical aggregation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40080" y="1371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Quality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14356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/>
          <p:nvPr/>
        </p:nvSpPr>
        <p:spPr>
          <a:xfrm>
            <a:off x="1371600" y="12344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Fully Functional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371600" y="15544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Deployed as a live Databricks App — not a mockup. All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pages work with real workspace data via Databricks API.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3500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/>
          <p:nvPr/>
        </p:nvSpPr>
        <p:spPr>
          <a:xfrm>
            <a:off x="1371600" y="21488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Real-Time API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371600" y="24688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Live cluster/job data, start/stop controls, and auto-termination management — all operational.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32644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/>
          <p:nvPr/>
        </p:nvSpPr>
        <p:spPr>
          <a:xfrm>
            <a:off x="1371600" y="30632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Robust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371600" y="33832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Streamlit + Databricks SDK. Handles timezone selection across 10 zones, 90-day lookback, cron parsing.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41788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1371600" y="3977640"/>
            <a:ext cx="7132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Production-Ready Foundation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1371600" y="429768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Clean separation of pages, consistent UI patterns, and extensible design for planned features.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40080" y="1371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Idea / Innovation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57200" y="1554425"/>
            <a:ext cx="8229600" cy="548700"/>
          </a:xfrm>
          <a:prstGeom prst="rect">
            <a:avLst/>
          </a:prstGeom>
          <a:solidFill>
            <a:srgbClr val="1435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822960" y="1511225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Insight: Databricks Apps &gt; Databricks Dashboards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822950" y="1833779"/>
            <a:ext cx="7498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Apps have full API access — they can both monitor AND act on workspace resources, not just display table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1234440" y="228600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Action-Oriented 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234440" y="260604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Goes beyond observation — users can start/stop clusters and edit settings directly. Monitoring + management in one place.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1234440" y="320040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Abstraction Layer Over Changing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234440" y="352044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Databricks UI changes frequently. Our app provides a stable, simplified interface that doesn't break when Databricks updates.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1234440" y="411480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Gap Filler: Apps Auto-Stop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234440" y="443484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Databricks Apps have no native auto-stop. Our dashboard surfaces this blind spot and lets admins monitor app compute state.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2468874"/>
            <a:ext cx="365775" cy="36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3383274"/>
            <a:ext cx="365775" cy="36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4302349"/>
            <a:ext cx="365775" cy="3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7"/>
          <p:cNvSpPr/>
          <p:nvPr/>
        </p:nvSpPr>
        <p:spPr>
          <a:xfrm>
            <a:off x="457250" y="1053437"/>
            <a:ext cx="8229600" cy="3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822960" y="1052200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lang="en-US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We will be the first, besides Databricks itself, to publish Apps in the Marketplace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40080" y="1371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Usefulness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486400" y="2286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1626420" y="1176050"/>
            <a:ext cx="26061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1626420" y="1267490"/>
            <a:ext cx="260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$$$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626420" y="1816130"/>
            <a:ext cx="260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Cost Savings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763580" y="2136170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Stop forgotten clusters before they burn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521180" y="1177313"/>
            <a:ext cx="2606100" cy="15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521180" y="1268752"/>
            <a:ext cx="260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&lt; 30s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521180" y="1817393"/>
            <a:ext cx="260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658340" y="2137433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Find and fix problems without navigating Databricks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645200" y="290323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Who Benefits </a:t>
            </a:r>
            <a:r>
              <a:rPr b="1" lang="en-US" sz="16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from this solution</a:t>
            </a: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240" y="3415299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8"/>
          <p:cNvSpPr/>
          <p:nvPr/>
        </p:nvSpPr>
        <p:spPr>
          <a:xfrm>
            <a:off x="2107440" y="3360435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Admins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3381120" y="3360435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Instant overview of all compute, one-click cost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240" y="384506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2107440" y="3790203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Data Engineers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381120" y="3790203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Job failure analysis, schedule optimization, concurrency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240" y="427483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8"/>
          <p:cNvSpPr/>
          <p:nvPr/>
        </p:nvSpPr>
        <p:spPr>
          <a:xfrm>
            <a:off x="2107440" y="4219971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381120" y="4219971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Clear cost visibility without needing Databricks expertise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240" y="470460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/>
          <p:nvPr/>
        </p:nvSpPr>
        <p:spPr>
          <a:xfrm>
            <a:off x="2107440" y="4649739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Any Employee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381120" y="4649739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Minimalistic UI — no training needed to understand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8" title="image-removebg-preview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0778" y="2057475"/>
            <a:ext cx="2479974" cy="308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8" title="image-removebg-preview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0000" y="2400025"/>
            <a:ext cx="1628800" cy="274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d3d4a3113_0_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d3d4a3113_0_0"/>
          <p:cNvSpPr/>
          <p:nvPr/>
        </p:nvSpPr>
        <p:spPr>
          <a:xfrm>
            <a:off x="640080" y="457200"/>
            <a:ext cx="7863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cd3d4a3113_0_0"/>
          <p:cNvSpPr/>
          <p:nvPr/>
        </p:nvSpPr>
        <p:spPr>
          <a:xfrm>
            <a:off x="640080" y="1353600"/>
            <a:ext cx="1097400" cy="549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g3cd3d4a3113_0_0" title="Screenshot 2026-03-05 at 17.39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408500"/>
            <a:ext cx="7863900" cy="324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2026-03-05T14:15:42Z</dcterms:created>
  <dc:creator>T1A Hackathon Team</dc:creator>
</cp:coreProperties>
</file>